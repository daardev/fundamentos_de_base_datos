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24384000" cy="13716000"/>
  <p:notesSz cx="6858000" cy="9144000"/>
  <p:embeddedFontLst>
    <p:embeddedFont>
      <p:font typeface="Raleway SemiBold" panose="020B0604020202020204" charset="0"/>
      <p:regular r:id="rId14"/>
      <p:bold r:id="rId15"/>
      <p:italic r:id="rId16"/>
      <p:boldItalic r:id="rId17"/>
    </p:embeddedFont>
    <p:embeddedFont>
      <p:font typeface="Helvetica Neue" panose="020B0604020202020204" charset="0"/>
      <p:regular r:id="rId18"/>
      <p:bold r:id="rId19"/>
      <p:italic r:id="rId20"/>
      <p:boldItalic r:id="rId21"/>
    </p:embeddedFont>
    <p:embeddedFont>
      <p:font typeface="Helvetica Neue Light" panose="020B0604020202020204" charset="0"/>
      <p:regular r:id="rId22"/>
      <p:bold r:id="rId23"/>
      <p:italic r:id="rId24"/>
      <p:boldItalic r:id="rId25"/>
    </p:embeddedFont>
    <p:embeddedFont>
      <p:font typeface="Raleway ExtraBold" panose="020B0604020202020204" charset="0"/>
      <p:bold r:id="rId26"/>
      <p:boldItalic r:id="rId27"/>
    </p:embeddedFont>
    <p:embeddedFont>
      <p:font typeface="Merriweather" panose="020B0604020202020204" charset="0"/>
      <p:regular r:id="rId28"/>
      <p:bold r:id="rId29"/>
      <p:italic r:id="rId30"/>
      <p:boldItalic r:id="rId31"/>
    </p:embeddedFont>
    <p:embeddedFont>
      <p:font typeface="Roboto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2" roundtripDataSignature="AMtx7mgiB66I0ijfWxKuEVtG/26IMvfh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42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sub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body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to (horizontal)">
  <p:cSld name="Foto (horizontal)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>
            <a:spLocks noGrp="1"/>
          </p:cNvSpPr>
          <p:nvPr>
            <p:ph type="pic" idx="2"/>
          </p:nvPr>
        </p:nvSpPr>
        <p:spPr>
          <a:xfrm>
            <a:off x="3124200" y="-38100"/>
            <a:ext cx="18135600" cy="12096698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17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body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(centro)">
  <p:cSld name="Título (centro)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to (vertical)">
  <p:cSld name="Foto (vertical)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>
            <a:spLocks noGrp="1"/>
          </p:cNvSpPr>
          <p:nvPr>
            <p:ph type="pic" idx="2"/>
          </p:nvPr>
        </p:nvSpPr>
        <p:spPr>
          <a:xfrm>
            <a:off x="7950200" y="1104900"/>
            <a:ext cx="17259302" cy="11506201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19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Helvetica Neue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body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Helvetica Neue"/>
              <a:buNone/>
              <a:defRPr sz="5400"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(arriba)">
  <p:cSld name="Título (arriba)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viñetas">
  <p:cSld name="Título y viñeta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609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1pPr>
            <a:lvl2pPr marL="914400" lvl="1" indent="-609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2pPr>
            <a:lvl3pPr marL="1371600" lvl="2" indent="-609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3pPr>
            <a:lvl4pPr marL="1828800" lvl="3" indent="-609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4pPr>
            <a:lvl5pPr marL="2286000" lvl="4" indent="-60960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4800"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, viñetas y foto">
  <p:cSld name="Título, viñetas y fot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>
            <a:spLocks noGrp="1"/>
          </p:cNvSpPr>
          <p:nvPr>
            <p:ph type="pic" idx="2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2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530225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1pPr>
            <a:lvl2pPr marL="914400" lvl="1" indent="-530225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2pPr>
            <a:lvl3pPr marL="1371600" lvl="2" indent="-530225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3pPr>
            <a:lvl4pPr marL="1828800" lvl="3" indent="-530225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4pPr>
            <a:lvl5pPr marL="2286000" lvl="4" indent="-530225" algn="l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Pts val="4750"/>
              <a:buFont typeface="Helvetica Neue"/>
              <a:buChar char="•"/>
              <a:defRPr sz="3800"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fotos">
  <p:cSld name="3 foto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>
            <a:spLocks noGrp="1"/>
          </p:cNvSpPr>
          <p:nvPr>
            <p:ph type="pic" idx="2"/>
          </p:nvPr>
        </p:nvSpPr>
        <p:spPr>
          <a:xfrm>
            <a:off x="15681340" y="7035800"/>
            <a:ext cx="8396678" cy="56007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23"/>
          <p:cNvSpPr>
            <a:spLocks noGrp="1"/>
          </p:cNvSpPr>
          <p:nvPr>
            <p:ph type="pic" idx="3"/>
          </p:nvPr>
        </p:nvSpPr>
        <p:spPr>
          <a:xfrm>
            <a:off x="15290800" y="1130300"/>
            <a:ext cx="8331200" cy="5554134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3"/>
          <p:cNvSpPr>
            <a:spLocks noGrp="1"/>
          </p:cNvSpPr>
          <p:nvPr>
            <p:ph type="pic" idx="4"/>
          </p:nvPr>
        </p:nvSpPr>
        <p:spPr>
          <a:xfrm>
            <a:off x="-304800" y="1130300"/>
            <a:ext cx="17202150" cy="114681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23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">
  <p:cSld name="Cita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>
            <a:spLocks noGrp="1"/>
          </p:cNvSpPr>
          <p:nvPr>
            <p:ph type="body" idx="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 i="1"/>
            </a:lvl1pPr>
            <a:lvl2pPr marL="914400" lvl="1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body" idx="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Helvetica Neue"/>
              <a:buNone/>
              <a:defRPr sz="4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to">
  <p:cSld name="Fot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>
            <a:spLocks noGrp="1"/>
          </p:cNvSpPr>
          <p:nvPr>
            <p:ph type="pic" idx="2"/>
          </p:nvPr>
        </p:nvSpPr>
        <p:spPr>
          <a:xfrm>
            <a:off x="0" y="0"/>
            <a:ext cx="24384000" cy="16264467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25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 Objectives">
  <p:cSld name="Course Objective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>
            <a:spLocks noGrp="1"/>
          </p:cNvSpPr>
          <p:nvPr>
            <p:ph type="body" idx="1"/>
          </p:nvPr>
        </p:nvSpPr>
        <p:spPr>
          <a:xfrm>
            <a:off x="4862514" y="4324079"/>
            <a:ext cx="1000125" cy="129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Raleway SemiBold"/>
              <a:buNone/>
              <a:defRPr sz="42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Raleway SemiBold"/>
              <a:buNone/>
              <a:defRPr sz="42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Raleway SemiBold"/>
              <a:buNone/>
              <a:defRPr sz="42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Raleway SemiBold"/>
              <a:buNone/>
              <a:defRPr sz="42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Raleway SemiBold"/>
              <a:buNone/>
              <a:defRPr sz="42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2"/>
          </p:nvPr>
        </p:nvSpPr>
        <p:spPr>
          <a:xfrm>
            <a:off x="6055761" y="4169650"/>
            <a:ext cx="6156001" cy="129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Merriweather"/>
              <a:buNone/>
              <a:defRPr sz="2000">
                <a:solidFill>
                  <a:srgbClr val="262626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lvl="1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title"/>
          </p:nvPr>
        </p:nvSpPr>
        <p:spPr>
          <a:xfrm>
            <a:off x="4378910" y="1991425"/>
            <a:ext cx="8833001" cy="113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600"/>
              <a:buFont typeface="Raleway ExtraBold"/>
              <a:buNone/>
              <a:defRPr sz="4600" b="1">
                <a:solidFill>
                  <a:srgbClr val="33333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body" idx="3"/>
          </p:nvPr>
        </p:nvSpPr>
        <p:spPr>
          <a:xfrm>
            <a:off x="4862514" y="5949017"/>
            <a:ext cx="1000125" cy="129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body" idx="4"/>
          </p:nvPr>
        </p:nvSpPr>
        <p:spPr>
          <a:xfrm>
            <a:off x="6055761" y="5794588"/>
            <a:ext cx="6156001" cy="129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Merriweather"/>
              <a:buNone/>
              <a:defRPr sz="2000">
                <a:solidFill>
                  <a:srgbClr val="262626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lvl="1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body" idx="5"/>
          </p:nvPr>
        </p:nvSpPr>
        <p:spPr>
          <a:xfrm>
            <a:off x="4862514" y="7633121"/>
            <a:ext cx="1000125" cy="129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body" idx="6"/>
          </p:nvPr>
        </p:nvSpPr>
        <p:spPr>
          <a:xfrm>
            <a:off x="6055761" y="7478692"/>
            <a:ext cx="6156001" cy="129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Merriweather"/>
              <a:buNone/>
              <a:defRPr sz="2000">
                <a:solidFill>
                  <a:srgbClr val="262626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lvl="1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body" idx="7"/>
          </p:nvPr>
        </p:nvSpPr>
        <p:spPr>
          <a:xfrm>
            <a:off x="4862514" y="9277101"/>
            <a:ext cx="1000125" cy="1296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1pPr>
            <a:lvl2pPr marL="914400" lvl="1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6"/>
          <p:cNvSpPr txBox="1">
            <a:spLocks noGrp="1"/>
          </p:cNvSpPr>
          <p:nvPr>
            <p:ph type="body" idx="8"/>
          </p:nvPr>
        </p:nvSpPr>
        <p:spPr>
          <a:xfrm>
            <a:off x="6055761" y="9122671"/>
            <a:ext cx="6156001" cy="129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Merriweather"/>
              <a:buNone/>
              <a:defRPr sz="2000">
                <a:solidFill>
                  <a:srgbClr val="262626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lvl="1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2pPr>
            <a:lvl3pPr marL="1371600" lvl="2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3pPr>
            <a:lvl4pPr marL="1828800" lvl="3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4pPr>
            <a:lvl5pPr marL="2286000" lvl="4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5pPr>
            <a:lvl6pPr marL="2743200" lvl="5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3200400" lvl="6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3657600" lvl="7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4114800" lvl="8" indent="-371475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sldNum" idx="12"/>
          </p:nvPr>
        </p:nvSpPr>
        <p:spPr>
          <a:xfrm>
            <a:off x="11887200" y="12344400"/>
            <a:ext cx="4267200" cy="736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 sz="2400" b="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Helvetica Neue"/>
              <a:buNone/>
              <a:defRPr sz="1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marR="0" lvl="0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64135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Helvetica Neue"/>
              <a:buChar char="•"/>
              <a:defRPr sz="5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ldNum" idx="1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78225" y="-509375"/>
            <a:ext cx="9608050" cy="108675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/>
          <p:nvPr/>
        </p:nvSpPr>
        <p:spPr>
          <a:xfrm>
            <a:off x="-87225" y="0"/>
            <a:ext cx="11491800" cy="13716000"/>
          </a:xfrm>
          <a:prstGeom prst="rect">
            <a:avLst/>
          </a:prstGeom>
          <a:solidFill>
            <a:srgbClr val="2D2E83"/>
          </a:solidFill>
          <a:ln w="9525" cap="flat" cmpd="sng">
            <a:solidFill>
              <a:srgbClr val="611BB8"/>
            </a:solidFill>
            <a:prstDash val="solid"/>
            <a:round/>
            <a:headEnd type="none" w="sm" len="sm"/>
            <a:tailEnd type="none" w="sm" len="sm"/>
          </a:ln>
          <a:effectLst>
            <a:outerShdw blurRad="157163" dist="28575" algn="bl" rotWithShape="0">
              <a:schemeClr val="dk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1591850" y="4342125"/>
            <a:ext cx="7954500" cy="3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lang="es-ES" sz="7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Módulo</a:t>
            </a:r>
            <a:r>
              <a:rPr lang="es-ES" sz="78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5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lang="es-ES" sz="78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Fundamentos de Bases de Datos Relacionales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lang="es-ES" sz="78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Lección </a:t>
            </a:r>
            <a:r>
              <a:rPr lang="es-ES" sz="7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78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/>
          <p:nvPr/>
        </p:nvSpPr>
        <p:spPr>
          <a:xfrm>
            <a:off x="-25400" y="-8467"/>
            <a:ext cx="24434800" cy="2706159"/>
          </a:xfrm>
          <a:prstGeom prst="rect">
            <a:avLst/>
          </a:prstGeom>
          <a:solidFill>
            <a:srgbClr val="2D2E8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6334650" y="94333"/>
            <a:ext cx="12192001" cy="133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</a:pPr>
            <a:r>
              <a:rPr lang="es-ES"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DML - DDL</a:t>
            </a:r>
            <a:endParaRPr/>
          </a:p>
        </p:txBody>
      </p:sp>
      <p:pic>
        <p:nvPicPr>
          <p:cNvPr id="87" name="Google Shape;87;p3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21034004" y="606747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-25400" y="12989325"/>
            <a:ext cx="24434801" cy="740434"/>
          </a:xfrm>
          <a:prstGeom prst="rect">
            <a:avLst/>
          </a:prstGeom>
          <a:solidFill>
            <a:srgbClr val="29235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18601909" y="12989325"/>
            <a:ext cx="5807491" cy="74043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-33699" y="2688224"/>
            <a:ext cx="24451398" cy="15355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3" name="Google Shape;93;p3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733527" y="610961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94" name="Google Shape;9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92305" y="2392506"/>
            <a:ext cx="13974871" cy="1104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-25400" y="-8467"/>
            <a:ext cx="24434800" cy="2706159"/>
          </a:xfrm>
          <a:prstGeom prst="rect">
            <a:avLst/>
          </a:prstGeom>
          <a:solidFill>
            <a:srgbClr val="2D2E8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6334650" y="94333"/>
            <a:ext cx="12192001" cy="133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</a:pPr>
            <a:r>
              <a:rPr lang="es-ES"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DML - DDL</a:t>
            </a:r>
            <a:endParaRPr/>
          </a:p>
        </p:txBody>
      </p:sp>
      <p:pic>
        <p:nvPicPr>
          <p:cNvPr id="101" name="Google Shape;101;p4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21034004" y="606747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-25400" y="12989325"/>
            <a:ext cx="24434801" cy="740434"/>
          </a:xfrm>
          <a:prstGeom prst="rect">
            <a:avLst/>
          </a:prstGeom>
          <a:solidFill>
            <a:srgbClr val="29235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8601909" y="12989325"/>
            <a:ext cx="5807491" cy="74043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-33699" y="2688224"/>
            <a:ext cx="24451398" cy="15355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7" name="Google Shape;107;p4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733527" y="610961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08" name="Google Shape;10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01485" y="1985370"/>
            <a:ext cx="15467440" cy="11432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-25400" y="-8467"/>
            <a:ext cx="24434800" cy="2706159"/>
          </a:xfrm>
          <a:prstGeom prst="rect">
            <a:avLst/>
          </a:prstGeom>
          <a:solidFill>
            <a:srgbClr val="2D2E8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6334650" y="94333"/>
            <a:ext cx="12192001" cy="133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</a:pPr>
            <a:r>
              <a:rPr lang="es-ES"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DML - DDL</a:t>
            </a:r>
            <a:endParaRPr/>
          </a:p>
        </p:txBody>
      </p:sp>
      <p:pic>
        <p:nvPicPr>
          <p:cNvPr id="115" name="Google Shape;115;p5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21034004" y="606747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-25400" y="12989325"/>
            <a:ext cx="24434801" cy="740434"/>
          </a:xfrm>
          <a:prstGeom prst="rect">
            <a:avLst/>
          </a:prstGeom>
          <a:solidFill>
            <a:srgbClr val="29235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18601909" y="12989325"/>
            <a:ext cx="5807491" cy="74043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-33699" y="2688224"/>
            <a:ext cx="24451398" cy="15355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1" name="Google Shape;121;p5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733527" y="610961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22" name="Google Shape;12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4291" y="2430408"/>
            <a:ext cx="14691146" cy="109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-25400" y="-8467"/>
            <a:ext cx="24434800" cy="2706159"/>
          </a:xfrm>
          <a:prstGeom prst="rect">
            <a:avLst/>
          </a:prstGeom>
          <a:solidFill>
            <a:srgbClr val="2D2E8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6334650" y="94333"/>
            <a:ext cx="12192001" cy="133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</a:pPr>
            <a:r>
              <a:rPr lang="es-ES"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DML - DDL</a:t>
            </a:r>
            <a:endParaRPr/>
          </a:p>
        </p:txBody>
      </p:sp>
      <p:pic>
        <p:nvPicPr>
          <p:cNvPr id="129" name="Google Shape;129;p6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21034004" y="606747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-25400" y="12989325"/>
            <a:ext cx="24434801" cy="740434"/>
          </a:xfrm>
          <a:prstGeom prst="rect">
            <a:avLst/>
          </a:prstGeom>
          <a:solidFill>
            <a:srgbClr val="29235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8601909" y="12989325"/>
            <a:ext cx="5807491" cy="74043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-33699" y="2688224"/>
            <a:ext cx="24451398" cy="15355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5" name="Google Shape;135;p6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733527" y="610961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36" name="Google Shape;13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68527" y="3400546"/>
            <a:ext cx="15108161" cy="9330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-25400" y="-8467"/>
            <a:ext cx="24434800" cy="2706159"/>
          </a:xfrm>
          <a:prstGeom prst="rect">
            <a:avLst/>
          </a:prstGeom>
          <a:solidFill>
            <a:srgbClr val="2D2E8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6334650" y="94333"/>
            <a:ext cx="12192001" cy="133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</a:pPr>
            <a:r>
              <a:rPr lang="es-ES"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DML - DDL</a:t>
            </a:r>
            <a:endParaRPr/>
          </a:p>
        </p:txBody>
      </p:sp>
      <p:pic>
        <p:nvPicPr>
          <p:cNvPr id="143" name="Google Shape;143;p7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21034004" y="606747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-25400" y="12989325"/>
            <a:ext cx="24434801" cy="740434"/>
          </a:xfrm>
          <a:prstGeom prst="rect">
            <a:avLst/>
          </a:prstGeom>
          <a:solidFill>
            <a:srgbClr val="29235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8601909" y="12989325"/>
            <a:ext cx="5807491" cy="74043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-33699" y="2688224"/>
            <a:ext cx="24451398" cy="15355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9" name="Google Shape;149;p7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733527" y="610961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50" name="Google Shape;150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9363" y="2765002"/>
            <a:ext cx="15862573" cy="10669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-25400" y="-8467"/>
            <a:ext cx="24434800" cy="2706159"/>
          </a:xfrm>
          <a:prstGeom prst="rect">
            <a:avLst/>
          </a:prstGeom>
          <a:solidFill>
            <a:srgbClr val="2D2E8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6334650" y="94333"/>
            <a:ext cx="12192001" cy="133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</a:pPr>
            <a:r>
              <a:rPr lang="es-ES"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DML - DDL</a:t>
            </a:r>
            <a:endParaRPr/>
          </a:p>
        </p:txBody>
      </p:sp>
      <p:pic>
        <p:nvPicPr>
          <p:cNvPr id="157" name="Google Shape;157;p8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21034004" y="606747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58" name="Google Shape;158;p8"/>
          <p:cNvSpPr/>
          <p:nvPr/>
        </p:nvSpPr>
        <p:spPr>
          <a:xfrm>
            <a:off x="-25400" y="12989325"/>
            <a:ext cx="24434801" cy="740434"/>
          </a:xfrm>
          <a:prstGeom prst="rect">
            <a:avLst/>
          </a:prstGeom>
          <a:solidFill>
            <a:srgbClr val="29235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8601909" y="12989325"/>
            <a:ext cx="5807491" cy="74043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-33699" y="2688224"/>
            <a:ext cx="24451398" cy="15355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3" name="Google Shape;163;p8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733527" y="610961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64" name="Google Shape;16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9502" y="3400546"/>
            <a:ext cx="15611869" cy="9892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/>
          <p:nvPr/>
        </p:nvSpPr>
        <p:spPr>
          <a:xfrm>
            <a:off x="-25400" y="-8467"/>
            <a:ext cx="24434800" cy="2706159"/>
          </a:xfrm>
          <a:prstGeom prst="rect">
            <a:avLst/>
          </a:prstGeom>
          <a:solidFill>
            <a:srgbClr val="2D2E8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6334650" y="94333"/>
            <a:ext cx="12192001" cy="133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</a:pPr>
            <a:r>
              <a:rPr lang="es-ES"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DML - DDL</a:t>
            </a:r>
            <a:endParaRPr/>
          </a:p>
        </p:txBody>
      </p:sp>
      <p:pic>
        <p:nvPicPr>
          <p:cNvPr id="171" name="Google Shape;171;p9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21034004" y="606747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72" name="Google Shape;172;p9"/>
          <p:cNvSpPr/>
          <p:nvPr/>
        </p:nvSpPr>
        <p:spPr>
          <a:xfrm>
            <a:off x="-25400" y="12989325"/>
            <a:ext cx="24434801" cy="740434"/>
          </a:xfrm>
          <a:prstGeom prst="rect">
            <a:avLst/>
          </a:prstGeom>
          <a:solidFill>
            <a:srgbClr val="29235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8601909" y="12989325"/>
            <a:ext cx="5807491" cy="74043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-33699" y="2688224"/>
            <a:ext cx="24451398" cy="15355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7" name="Google Shape;177;p9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733527" y="610961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78" name="Google Shape;17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5600" y="3055269"/>
            <a:ext cx="14965927" cy="9755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-25400" y="-8467"/>
            <a:ext cx="24434800" cy="2706159"/>
          </a:xfrm>
          <a:prstGeom prst="rect">
            <a:avLst/>
          </a:prstGeom>
          <a:solidFill>
            <a:srgbClr val="2D2E8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6334650" y="94333"/>
            <a:ext cx="12192001" cy="133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</a:pPr>
            <a:r>
              <a:rPr lang="es-ES"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DML - DDL</a:t>
            </a:r>
            <a:endParaRPr/>
          </a:p>
        </p:txBody>
      </p:sp>
      <p:pic>
        <p:nvPicPr>
          <p:cNvPr id="185" name="Google Shape;185;p10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21034004" y="606747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86" name="Google Shape;186;p10"/>
          <p:cNvSpPr/>
          <p:nvPr/>
        </p:nvSpPr>
        <p:spPr>
          <a:xfrm>
            <a:off x="-25400" y="12989325"/>
            <a:ext cx="24434801" cy="740434"/>
          </a:xfrm>
          <a:prstGeom prst="rect">
            <a:avLst/>
          </a:prstGeom>
          <a:solidFill>
            <a:srgbClr val="29235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18601909" y="12989325"/>
            <a:ext cx="5807491" cy="74043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-33699" y="2688224"/>
            <a:ext cx="24451398" cy="15355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1" name="Google Shape;191;p10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733527" y="610961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92" name="Google Shape;19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67311" y="3620465"/>
            <a:ext cx="15161564" cy="8301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/>
          <p:nvPr/>
        </p:nvSpPr>
        <p:spPr>
          <a:xfrm>
            <a:off x="-25400" y="-8467"/>
            <a:ext cx="24434800" cy="2706159"/>
          </a:xfrm>
          <a:prstGeom prst="rect">
            <a:avLst/>
          </a:prstGeom>
          <a:solidFill>
            <a:srgbClr val="2D2E8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11"/>
          <p:cNvSpPr txBox="1"/>
          <p:nvPr/>
        </p:nvSpPr>
        <p:spPr>
          <a:xfrm>
            <a:off x="6334650" y="94333"/>
            <a:ext cx="12192001" cy="133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</a:pPr>
            <a:r>
              <a:rPr lang="es-ES"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DML - DDL</a:t>
            </a:r>
            <a:endParaRPr/>
          </a:p>
        </p:txBody>
      </p:sp>
      <p:pic>
        <p:nvPicPr>
          <p:cNvPr id="199" name="Google Shape;199;p11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21034004" y="606747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00" name="Google Shape;200;p11"/>
          <p:cNvSpPr/>
          <p:nvPr/>
        </p:nvSpPr>
        <p:spPr>
          <a:xfrm>
            <a:off x="-25400" y="12989325"/>
            <a:ext cx="24434801" cy="740434"/>
          </a:xfrm>
          <a:prstGeom prst="rect">
            <a:avLst/>
          </a:prstGeom>
          <a:solidFill>
            <a:srgbClr val="29235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8601909" y="12989325"/>
            <a:ext cx="5807491" cy="74043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-33699" y="2688224"/>
            <a:ext cx="24451398" cy="15355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5" name="Google Shape;205;p11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733527" y="610961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06" name="Google Shape;206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70963" y="4053507"/>
            <a:ext cx="15727256" cy="8178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/>
          <p:nvPr/>
        </p:nvSpPr>
        <p:spPr>
          <a:xfrm>
            <a:off x="-25400" y="-8467"/>
            <a:ext cx="24434800" cy="2706159"/>
          </a:xfrm>
          <a:prstGeom prst="rect">
            <a:avLst/>
          </a:prstGeom>
          <a:solidFill>
            <a:srgbClr val="2D2E8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6334650" y="94333"/>
            <a:ext cx="12192001" cy="133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Helvetica Neue"/>
              <a:buNone/>
            </a:pPr>
            <a:r>
              <a:rPr lang="es-ES" sz="80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DML - DDL</a:t>
            </a:r>
            <a:endParaRPr/>
          </a:p>
        </p:txBody>
      </p:sp>
      <p:pic>
        <p:nvPicPr>
          <p:cNvPr id="213" name="Google Shape;213;p12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21034004" y="606747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14" name="Google Shape;214;p12"/>
          <p:cNvSpPr/>
          <p:nvPr/>
        </p:nvSpPr>
        <p:spPr>
          <a:xfrm>
            <a:off x="-25400" y="12989325"/>
            <a:ext cx="24434801" cy="740434"/>
          </a:xfrm>
          <a:prstGeom prst="rect">
            <a:avLst/>
          </a:prstGeom>
          <a:solidFill>
            <a:srgbClr val="29235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8601909" y="12989325"/>
            <a:ext cx="5807491" cy="740434"/>
          </a:xfrm>
          <a:prstGeom prst="rect">
            <a:avLst/>
          </a:prstGeom>
          <a:solidFill>
            <a:srgbClr val="1D71B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-33699" y="2688224"/>
            <a:ext cx="24451398" cy="15355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endParaRPr sz="3000" b="1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9" name="Google Shape;219;p12" descr="computer-icons-competition.jpg"/>
          <p:cNvPicPr preferRelativeResize="0"/>
          <p:nvPr/>
        </p:nvPicPr>
        <p:blipFill rotWithShape="1">
          <a:blip r:embed="rId3">
            <a:alphaModFix/>
          </a:blip>
          <a:srcRect l="16734" t="2770" r="16497" b="1336"/>
          <a:stretch/>
        </p:blipFill>
        <p:spPr>
          <a:xfrm>
            <a:off x="733527" y="6109616"/>
            <a:ext cx="2769596" cy="2797603"/>
          </a:xfrm>
          <a:custGeom>
            <a:avLst/>
            <a:gdLst/>
            <a:ahLst/>
            <a:cxnLst/>
            <a:rect l="l" t="t" r="r" b="b"/>
            <a:pathLst>
              <a:path w="21532" h="21429" extrusionOk="0">
                <a:moveTo>
                  <a:pt x="18358" y="1"/>
                </a:moveTo>
                <a:cubicBezTo>
                  <a:pt x="18276" y="3"/>
                  <a:pt x="18191" y="9"/>
                  <a:pt x="18106" y="21"/>
                </a:cubicBezTo>
                <a:cubicBezTo>
                  <a:pt x="17013" y="172"/>
                  <a:pt x="16288" y="1162"/>
                  <a:pt x="16466" y="2260"/>
                </a:cubicBezTo>
                <a:cubicBezTo>
                  <a:pt x="16600" y="3087"/>
                  <a:pt x="17268" y="3749"/>
                  <a:pt x="18080" y="3860"/>
                </a:cubicBezTo>
                <a:cubicBezTo>
                  <a:pt x="19216" y="4016"/>
                  <a:pt x="20173" y="3341"/>
                  <a:pt x="20346" y="2262"/>
                </a:cubicBezTo>
                <a:cubicBezTo>
                  <a:pt x="20546" y="1012"/>
                  <a:pt x="19597" y="-29"/>
                  <a:pt x="18358" y="1"/>
                </a:cubicBezTo>
                <a:close/>
                <a:moveTo>
                  <a:pt x="3049" y="22"/>
                </a:moveTo>
                <a:cubicBezTo>
                  <a:pt x="2616" y="21"/>
                  <a:pt x="2498" y="44"/>
                  <a:pt x="2193" y="188"/>
                </a:cubicBezTo>
                <a:cubicBezTo>
                  <a:pt x="1736" y="404"/>
                  <a:pt x="1478" y="661"/>
                  <a:pt x="1263" y="1112"/>
                </a:cubicBezTo>
                <a:cubicBezTo>
                  <a:pt x="708" y="2274"/>
                  <a:pt x="1458" y="3695"/>
                  <a:pt x="2712" y="3857"/>
                </a:cubicBezTo>
                <a:cubicBezTo>
                  <a:pt x="3183" y="3918"/>
                  <a:pt x="3516" y="3869"/>
                  <a:pt x="3914" y="3682"/>
                </a:cubicBezTo>
                <a:cubicBezTo>
                  <a:pt x="4340" y="3482"/>
                  <a:pt x="4658" y="3158"/>
                  <a:pt x="4864" y="2715"/>
                </a:cubicBezTo>
                <a:cubicBezTo>
                  <a:pt x="4996" y="2431"/>
                  <a:pt x="5010" y="2339"/>
                  <a:pt x="4988" y="1863"/>
                </a:cubicBezTo>
                <a:cubicBezTo>
                  <a:pt x="4958" y="1247"/>
                  <a:pt x="4809" y="895"/>
                  <a:pt x="4428" y="534"/>
                </a:cubicBezTo>
                <a:cubicBezTo>
                  <a:pt x="4051" y="176"/>
                  <a:pt x="3636" y="22"/>
                  <a:pt x="3049" y="22"/>
                </a:cubicBezTo>
                <a:close/>
                <a:moveTo>
                  <a:pt x="18436" y="4378"/>
                </a:moveTo>
                <a:cubicBezTo>
                  <a:pt x="18182" y="4377"/>
                  <a:pt x="17922" y="4406"/>
                  <a:pt x="17900" y="4464"/>
                </a:cubicBezTo>
                <a:cubicBezTo>
                  <a:pt x="17883" y="4507"/>
                  <a:pt x="17964" y="4738"/>
                  <a:pt x="18080" y="4976"/>
                </a:cubicBezTo>
                <a:lnTo>
                  <a:pt x="18292" y="5410"/>
                </a:lnTo>
                <a:lnTo>
                  <a:pt x="18169" y="5684"/>
                </a:lnTo>
                <a:cubicBezTo>
                  <a:pt x="18101" y="5835"/>
                  <a:pt x="18021" y="5945"/>
                  <a:pt x="17993" y="5927"/>
                </a:cubicBezTo>
                <a:cubicBezTo>
                  <a:pt x="17964" y="5910"/>
                  <a:pt x="17738" y="5606"/>
                  <a:pt x="17489" y="5251"/>
                </a:cubicBezTo>
                <a:cubicBezTo>
                  <a:pt x="16852" y="4343"/>
                  <a:pt x="16910" y="4385"/>
                  <a:pt x="16281" y="4385"/>
                </a:cubicBezTo>
                <a:cubicBezTo>
                  <a:pt x="15783" y="4385"/>
                  <a:pt x="15739" y="4396"/>
                  <a:pt x="15577" y="4546"/>
                </a:cubicBezTo>
                <a:cubicBezTo>
                  <a:pt x="15476" y="4640"/>
                  <a:pt x="15390" y="4792"/>
                  <a:pt x="15370" y="4913"/>
                </a:cubicBezTo>
                <a:cubicBezTo>
                  <a:pt x="15337" y="5105"/>
                  <a:pt x="15348" y="5127"/>
                  <a:pt x="15529" y="5212"/>
                </a:cubicBezTo>
                <a:cubicBezTo>
                  <a:pt x="15842" y="5359"/>
                  <a:pt x="16986" y="6310"/>
                  <a:pt x="17378" y="6748"/>
                </a:cubicBezTo>
                <a:cubicBezTo>
                  <a:pt x="17908" y="7341"/>
                  <a:pt x="18385" y="8000"/>
                  <a:pt x="18684" y="8552"/>
                </a:cubicBezTo>
                <a:lnTo>
                  <a:pt x="18948" y="9042"/>
                </a:lnTo>
                <a:lnTo>
                  <a:pt x="20174" y="9042"/>
                </a:lnTo>
                <a:lnTo>
                  <a:pt x="21402" y="9042"/>
                </a:lnTo>
                <a:lnTo>
                  <a:pt x="21433" y="8619"/>
                </a:lnTo>
                <a:cubicBezTo>
                  <a:pt x="21477" y="8017"/>
                  <a:pt x="21443" y="4911"/>
                  <a:pt x="21390" y="4718"/>
                </a:cubicBezTo>
                <a:cubicBezTo>
                  <a:pt x="21323" y="4474"/>
                  <a:pt x="21088" y="4385"/>
                  <a:pt x="20509" y="4385"/>
                </a:cubicBezTo>
                <a:lnTo>
                  <a:pt x="20009" y="4385"/>
                </a:lnTo>
                <a:lnTo>
                  <a:pt x="19808" y="4633"/>
                </a:lnTo>
                <a:cubicBezTo>
                  <a:pt x="19697" y="4769"/>
                  <a:pt x="19437" y="5122"/>
                  <a:pt x="19232" y="5417"/>
                </a:cubicBezTo>
                <a:cubicBezTo>
                  <a:pt x="19026" y="5711"/>
                  <a:pt x="18837" y="5937"/>
                  <a:pt x="18810" y="5921"/>
                </a:cubicBezTo>
                <a:cubicBezTo>
                  <a:pt x="18782" y="5904"/>
                  <a:pt x="18705" y="5787"/>
                  <a:pt x="18639" y="5660"/>
                </a:cubicBezTo>
                <a:lnTo>
                  <a:pt x="18520" y="5429"/>
                </a:lnTo>
                <a:lnTo>
                  <a:pt x="18729" y="4989"/>
                </a:lnTo>
                <a:cubicBezTo>
                  <a:pt x="18844" y="4748"/>
                  <a:pt x="18938" y="4514"/>
                  <a:pt x="18938" y="4469"/>
                </a:cubicBezTo>
                <a:cubicBezTo>
                  <a:pt x="18938" y="4411"/>
                  <a:pt x="18690" y="4379"/>
                  <a:pt x="18436" y="4378"/>
                </a:cubicBezTo>
                <a:close/>
                <a:moveTo>
                  <a:pt x="3059" y="4384"/>
                </a:moveTo>
                <a:cubicBezTo>
                  <a:pt x="2818" y="4380"/>
                  <a:pt x="2574" y="4401"/>
                  <a:pt x="2544" y="4450"/>
                </a:cubicBezTo>
                <a:cubicBezTo>
                  <a:pt x="2522" y="4484"/>
                  <a:pt x="2601" y="4719"/>
                  <a:pt x="2721" y="4969"/>
                </a:cubicBezTo>
                <a:lnTo>
                  <a:pt x="2939" y="5424"/>
                </a:lnTo>
                <a:lnTo>
                  <a:pt x="2814" y="5665"/>
                </a:lnTo>
                <a:cubicBezTo>
                  <a:pt x="2745" y="5797"/>
                  <a:pt x="2660" y="5898"/>
                  <a:pt x="2624" y="5886"/>
                </a:cubicBezTo>
                <a:cubicBezTo>
                  <a:pt x="2589" y="5874"/>
                  <a:pt x="2413" y="5655"/>
                  <a:pt x="2234" y="5401"/>
                </a:cubicBezTo>
                <a:cubicBezTo>
                  <a:pt x="2055" y="5146"/>
                  <a:pt x="1823" y="4822"/>
                  <a:pt x="1720" y="4678"/>
                </a:cubicBezTo>
                <a:lnTo>
                  <a:pt x="1534" y="4415"/>
                </a:lnTo>
                <a:lnTo>
                  <a:pt x="1010" y="4397"/>
                </a:lnTo>
                <a:cubicBezTo>
                  <a:pt x="412" y="4378"/>
                  <a:pt x="175" y="4450"/>
                  <a:pt x="84" y="4672"/>
                </a:cubicBezTo>
                <a:cubicBezTo>
                  <a:pt x="18" y="4835"/>
                  <a:pt x="-30" y="7904"/>
                  <a:pt x="23" y="8619"/>
                </a:cubicBezTo>
                <a:lnTo>
                  <a:pt x="54" y="9042"/>
                </a:lnTo>
                <a:lnTo>
                  <a:pt x="1275" y="9042"/>
                </a:lnTo>
                <a:lnTo>
                  <a:pt x="2500" y="9042"/>
                </a:lnTo>
                <a:lnTo>
                  <a:pt x="2573" y="8881"/>
                </a:lnTo>
                <a:cubicBezTo>
                  <a:pt x="2719" y="8563"/>
                  <a:pt x="3253" y="7723"/>
                  <a:pt x="3583" y="7293"/>
                </a:cubicBezTo>
                <a:cubicBezTo>
                  <a:pt x="4034" y="6708"/>
                  <a:pt x="4987" y="5826"/>
                  <a:pt x="5616" y="5409"/>
                </a:cubicBezTo>
                <a:cubicBezTo>
                  <a:pt x="6109" y="5082"/>
                  <a:pt x="6126" y="5062"/>
                  <a:pt x="6090" y="4887"/>
                </a:cubicBezTo>
                <a:cubicBezTo>
                  <a:pt x="6070" y="4787"/>
                  <a:pt x="5976" y="4634"/>
                  <a:pt x="5881" y="4546"/>
                </a:cubicBezTo>
                <a:cubicBezTo>
                  <a:pt x="5718" y="4396"/>
                  <a:pt x="5672" y="4385"/>
                  <a:pt x="5174" y="4385"/>
                </a:cubicBezTo>
                <a:cubicBezTo>
                  <a:pt x="4561" y="4385"/>
                  <a:pt x="4680" y="4298"/>
                  <a:pt x="3994" y="5258"/>
                </a:cubicBezTo>
                <a:cubicBezTo>
                  <a:pt x="3731" y="5626"/>
                  <a:pt x="3491" y="5935"/>
                  <a:pt x="3463" y="5945"/>
                </a:cubicBezTo>
                <a:cubicBezTo>
                  <a:pt x="3435" y="5955"/>
                  <a:pt x="3358" y="5841"/>
                  <a:pt x="3290" y="5690"/>
                </a:cubicBezTo>
                <a:lnTo>
                  <a:pt x="3167" y="5417"/>
                </a:lnTo>
                <a:lnTo>
                  <a:pt x="3378" y="4979"/>
                </a:lnTo>
                <a:cubicBezTo>
                  <a:pt x="3493" y="4739"/>
                  <a:pt x="3574" y="4507"/>
                  <a:pt x="3557" y="4464"/>
                </a:cubicBezTo>
                <a:cubicBezTo>
                  <a:pt x="3538" y="4415"/>
                  <a:pt x="3300" y="4387"/>
                  <a:pt x="3059" y="4384"/>
                </a:cubicBezTo>
                <a:close/>
                <a:moveTo>
                  <a:pt x="10882" y="4492"/>
                </a:moveTo>
                <a:cubicBezTo>
                  <a:pt x="8564" y="4445"/>
                  <a:pt x="6431" y="5287"/>
                  <a:pt x="4788" y="6911"/>
                </a:cubicBezTo>
                <a:cubicBezTo>
                  <a:pt x="3660" y="8025"/>
                  <a:pt x="2970" y="9232"/>
                  <a:pt x="2586" y="10758"/>
                </a:cubicBezTo>
                <a:cubicBezTo>
                  <a:pt x="1974" y="13186"/>
                  <a:pt x="2508" y="15740"/>
                  <a:pt x="4046" y="17741"/>
                </a:cubicBezTo>
                <a:cubicBezTo>
                  <a:pt x="5309" y="19383"/>
                  <a:pt x="7272" y="20543"/>
                  <a:pt x="9370" y="20884"/>
                </a:cubicBezTo>
                <a:cubicBezTo>
                  <a:pt x="9714" y="20940"/>
                  <a:pt x="10197" y="20958"/>
                  <a:pt x="10905" y="20943"/>
                </a:cubicBezTo>
                <a:cubicBezTo>
                  <a:pt x="12351" y="20912"/>
                  <a:pt x="13154" y="20729"/>
                  <a:pt x="14390" y="20147"/>
                </a:cubicBezTo>
                <a:cubicBezTo>
                  <a:pt x="17278" y="18788"/>
                  <a:pt x="19058" y="15971"/>
                  <a:pt x="19076" y="12736"/>
                </a:cubicBezTo>
                <a:cubicBezTo>
                  <a:pt x="19101" y="8413"/>
                  <a:pt x="15728" y="4824"/>
                  <a:pt x="11348" y="4512"/>
                </a:cubicBezTo>
                <a:cubicBezTo>
                  <a:pt x="11192" y="4501"/>
                  <a:pt x="11036" y="4495"/>
                  <a:pt x="10882" y="4492"/>
                </a:cubicBezTo>
                <a:close/>
                <a:moveTo>
                  <a:pt x="10860" y="6780"/>
                </a:moveTo>
                <a:cubicBezTo>
                  <a:pt x="12337" y="6813"/>
                  <a:pt x="13759" y="7381"/>
                  <a:pt x="14855" y="8423"/>
                </a:cubicBezTo>
                <a:cubicBezTo>
                  <a:pt x="16072" y="9582"/>
                  <a:pt x="16656" y="10823"/>
                  <a:pt x="16732" y="12416"/>
                </a:cubicBezTo>
                <a:cubicBezTo>
                  <a:pt x="16773" y="13273"/>
                  <a:pt x="16704" y="13815"/>
                  <a:pt x="16466" y="14544"/>
                </a:cubicBezTo>
                <a:cubicBezTo>
                  <a:pt x="16156" y="15489"/>
                  <a:pt x="15792" y="16088"/>
                  <a:pt x="15075" y="16827"/>
                </a:cubicBezTo>
                <a:cubicBezTo>
                  <a:pt x="14152" y="17777"/>
                  <a:pt x="13175" y="18309"/>
                  <a:pt x="11850" y="18583"/>
                </a:cubicBezTo>
                <a:cubicBezTo>
                  <a:pt x="10572" y="18849"/>
                  <a:pt x="9138" y="18640"/>
                  <a:pt x="7952" y="18018"/>
                </a:cubicBezTo>
                <a:cubicBezTo>
                  <a:pt x="5742" y="16858"/>
                  <a:pt x="4495" y="14612"/>
                  <a:pt x="4714" y="12184"/>
                </a:cubicBezTo>
                <a:cubicBezTo>
                  <a:pt x="4742" y="11880"/>
                  <a:pt x="4809" y="11461"/>
                  <a:pt x="4862" y="11253"/>
                </a:cubicBezTo>
                <a:cubicBezTo>
                  <a:pt x="5339" y="9375"/>
                  <a:pt x="6962" y="7669"/>
                  <a:pt x="8838" y="7073"/>
                </a:cubicBezTo>
                <a:cubicBezTo>
                  <a:pt x="9506" y="6861"/>
                  <a:pt x="10189" y="6765"/>
                  <a:pt x="10860" y="6780"/>
                </a:cubicBezTo>
                <a:close/>
                <a:moveTo>
                  <a:pt x="10728" y="7761"/>
                </a:moveTo>
                <a:cubicBezTo>
                  <a:pt x="9598" y="7761"/>
                  <a:pt x="8779" y="8565"/>
                  <a:pt x="8779" y="9675"/>
                </a:cubicBezTo>
                <a:cubicBezTo>
                  <a:pt x="8779" y="10534"/>
                  <a:pt x="9224" y="11166"/>
                  <a:pt x="10057" y="11486"/>
                </a:cubicBezTo>
                <a:cubicBezTo>
                  <a:pt x="10636" y="11709"/>
                  <a:pt x="11377" y="11600"/>
                  <a:pt x="11916" y="11216"/>
                </a:cubicBezTo>
                <a:cubicBezTo>
                  <a:pt x="12416" y="10859"/>
                  <a:pt x="12677" y="10329"/>
                  <a:pt x="12677" y="9675"/>
                </a:cubicBezTo>
                <a:cubicBezTo>
                  <a:pt x="12677" y="8565"/>
                  <a:pt x="11858" y="7761"/>
                  <a:pt x="10728" y="7761"/>
                </a:cubicBezTo>
                <a:close/>
                <a:moveTo>
                  <a:pt x="8586" y="12126"/>
                </a:moveTo>
                <a:cubicBezTo>
                  <a:pt x="8085" y="12126"/>
                  <a:pt x="8054" y="12133"/>
                  <a:pt x="7889" y="12296"/>
                </a:cubicBezTo>
                <a:lnTo>
                  <a:pt x="7716" y="12466"/>
                </a:lnTo>
                <a:lnTo>
                  <a:pt x="7716" y="14623"/>
                </a:lnTo>
                <a:lnTo>
                  <a:pt x="7716" y="16780"/>
                </a:lnTo>
                <a:lnTo>
                  <a:pt x="10728" y="16780"/>
                </a:lnTo>
                <a:lnTo>
                  <a:pt x="13741" y="16780"/>
                </a:lnTo>
                <a:lnTo>
                  <a:pt x="13741" y="14623"/>
                </a:lnTo>
                <a:lnTo>
                  <a:pt x="13741" y="12466"/>
                </a:lnTo>
                <a:lnTo>
                  <a:pt x="13567" y="12296"/>
                </a:lnTo>
                <a:cubicBezTo>
                  <a:pt x="13402" y="12133"/>
                  <a:pt x="13372" y="12126"/>
                  <a:pt x="12869" y="12126"/>
                </a:cubicBezTo>
                <a:cubicBezTo>
                  <a:pt x="12253" y="12126"/>
                  <a:pt x="12336" y="12065"/>
                  <a:pt x="11643" y="13041"/>
                </a:cubicBezTo>
                <a:cubicBezTo>
                  <a:pt x="11144" y="13744"/>
                  <a:pt x="11121" y="13753"/>
                  <a:pt x="10942" y="13361"/>
                </a:cubicBezTo>
                <a:cubicBezTo>
                  <a:pt x="10841" y="13142"/>
                  <a:pt x="10841" y="13142"/>
                  <a:pt x="11051" y="12688"/>
                </a:cubicBezTo>
                <a:cubicBezTo>
                  <a:pt x="11166" y="12438"/>
                  <a:pt x="11246" y="12208"/>
                  <a:pt x="11228" y="12178"/>
                </a:cubicBezTo>
                <a:cubicBezTo>
                  <a:pt x="11184" y="12109"/>
                  <a:pt x="10273" y="12109"/>
                  <a:pt x="10229" y="12178"/>
                </a:cubicBezTo>
                <a:cubicBezTo>
                  <a:pt x="10211" y="12207"/>
                  <a:pt x="10292" y="12440"/>
                  <a:pt x="10408" y="12696"/>
                </a:cubicBezTo>
                <a:lnTo>
                  <a:pt x="10622" y="13161"/>
                </a:lnTo>
                <a:lnTo>
                  <a:pt x="10497" y="13436"/>
                </a:lnTo>
                <a:cubicBezTo>
                  <a:pt x="10398" y="13657"/>
                  <a:pt x="10358" y="13698"/>
                  <a:pt x="10293" y="13645"/>
                </a:cubicBezTo>
                <a:cubicBezTo>
                  <a:pt x="10216" y="13582"/>
                  <a:pt x="9957" y="13226"/>
                  <a:pt x="9503" y="12562"/>
                </a:cubicBezTo>
                <a:cubicBezTo>
                  <a:pt x="9216" y="12142"/>
                  <a:pt x="9180" y="12126"/>
                  <a:pt x="8586" y="12126"/>
                </a:cubicBezTo>
                <a:close/>
                <a:moveTo>
                  <a:pt x="18384" y="17438"/>
                </a:moveTo>
                <a:lnTo>
                  <a:pt x="18065" y="17877"/>
                </a:lnTo>
                <a:cubicBezTo>
                  <a:pt x="17890" y="18118"/>
                  <a:pt x="17576" y="18500"/>
                  <a:pt x="17369" y="18723"/>
                </a:cubicBezTo>
                <a:cubicBezTo>
                  <a:pt x="16993" y="19129"/>
                  <a:pt x="16993" y="19130"/>
                  <a:pt x="17124" y="19218"/>
                </a:cubicBezTo>
                <a:cubicBezTo>
                  <a:pt x="17196" y="19267"/>
                  <a:pt x="17825" y="19739"/>
                  <a:pt x="18523" y="20268"/>
                </a:cubicBezTo>
                <a:cubicBezTo>
                  <a:pt x="19221" y="20797"/>
                  <a:pt x="19885" y="21277"/>
                  <a:pt x="19998" y="21333"/>
                </a:cubicBezTo>
                <a:cubicBezTo>
                  <a:pt x="20471" y="21571"/>
                  <a:pt x="21214" y="21344"/>
                  <a:pt x="21419" y="20900"/>
                </a:cubicBezTo>
                <a:cubicBezTo>
                  <a:pt x="21554" y="20607"/>
                  <a:pt x="21570" y="20171"/>
                  <a:pt x="21455" y="19907"/>
                </a:cubicBezTo>
                <a:cubicBezTo>
                  <a:pt x="21355" y="19675"/>
                  <a:pt x="21224" y="19558"/>
                  <a:pt x="20296" y="18866"/>
                </a:cubicBezTo>
                <a:cubicBezTo>
                  <a:pt x="19890" y="18563"/>
                  <a:pt x="19388" y="18187"/>
                  <a:pt x="19182" y="18029"/>
                </a:cubicBezTo>
                <a:cubicBezTo>
                  <a:pt x="18975" y="17871"/>
                  <a:pt x="18713" y="17673"/>
                  <a:pt x="18596" y="17590"/>
                </a:cubicBezTo>
                <a:lnTo>
                  <a:pt x="18384" y="1743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20" name="Google Shape;220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9502" y="2797258"/>
            <a:ext cx="15505442" cy="1044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Personalizado</PresentationFormat>
  <Paragraphs>13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Raleway SemiBold</vt:lpstr>
      <vt:lpstr>Helvetica Neue</vt:lpstr>
      <vt:lpstr>Helvetica Neue Light</vt:lpstr>
      <vt:lpstr>Arial</vt:lpstr>
      <vt:lpstr>Raleway ExtraBold</vt:lpstr>
      <vt:lpstr>Merriweather</vt:lpstr>
      <vt:lpstr>Roboto</vt:lpstr>
      <vt:lpstr>White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Daniela Castillo Mamani</cp:lastModifiedBy>
  <cp:revision>1</cp:revision>
  <dcterms:modified xsi:type="dcterms:W3CDTF">2025-07-16T17:51:46Z</dcterms:modified>
</cp:coreProperties>
</file>